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Investor Faq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CAL_COM | Category: MARKETING_TOOLS</a:t>
            </a:r>
          </a:p>
          <a:p>
            <a:r>
              <a:rPr sz="1400"/>
              <a:t>Upstream: https://github.com/calcom/cal.com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investor faq for the Anticloud integration of CAL_COM.</a:t>
            </a:r>
          </a:p>
          <a:p>
            <a:r>
              <a:rPr sz="1400"/>
              <a:t>Scheduling platform for marketing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CAL_COM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